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315" r:id="rId5"/>
    <p:sldId id="317" r:id="rId6"/>
    <p:sldId id="318" r:id="rId7"/>
    <p:sldId id="320" r:id="rId8"/>
    <p:sldId id="319" r:id="rId9"/>
    <p:sldId id="321" r:id="rId10"/>
    <p:sldId id="322" r:id="rId11"/>
    <p:sldId id="323" r:id="rId12"/>
    <p:sldId id="32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C5212-AE18-DE63-D537-045BDA91BE26}" name="Leon Yip (Student)" initials="LY(" userId="S::leon.yip.2018@uni.strath.ac.uk::687224c9-5233-4046-8704-76f1e74ea898" providerId="AD"/>
  <p188:author id="{06CEF77C-4A10-2236-64BF-1F0130E63919}" name="Sean McLarty (Student)" initials="S(" userId="S::sean.mclarty.2018@uni.strath.ac.uk::de29d6ec-a996-49bd-a53b-446accb66c8c" providerId="AD"/>
  <p188:author id="{08E7F67F-AA12-90FA-C920-E790AC9663B4}" name="Robert Jenkins" initials="RJ" userId="S::robert.jenkins.2018@uni.strath.ac.uk::5395da0d-3378-4661-b85a-83f602d32f72" providerId="AD"/>
  <p188:author id="{3D10EB98-A3AE-C38B-E245-236349CC186C}" name="Leon Yip (Student)" initials="LY(" userId="Leon Yip (Student)" providerId="None"/>
  <p188:author id="{47F42FB6-323E-8C1A-B963-534D71079CC8}" name="Julie Graham" initials="JG" userId="S::julie.graham.2016@uni.strath.ac.uk::cf095acd-5f6c-452f-8ad1-2bf5b3f860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D85"/>
    <a:srgbClr val="E1EBED"/>
    <a:srgbClr val="FF7C80"/>
    <a:srgbClr val="17325D"/>
    <a:srgbClr val="000000"/>
    <a:srgbClr val="FF6600"/>
    <a:srgbClr val="2E6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42F58939-203A-4A11-A23D-AAD129C7AC35}" type="datetimeFigureOut"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590A4EF5-3379-4A81-865E-1130FB5A71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4EF5-3379-4A81-865E-1130FB5A715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81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B5ACC17-4D0F-5A75-45CB-4A47FEF9E8C4}"/>
              </a:ext>
            </a:extLst>
          </p:cNvPr>
          <p:cNvSpPr/>
          <p:nvPr userDrawn="1"/>
        </p:nvSpPr>
        <p:spPr>
          <a:xfrm>
            <a:off x="0" y="154062"/>
            <a:ext cx="12192000" cy="1689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76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D6ED9-FD01-812F-E42E-EC365238BF32}"/>
              </a:ext>
            </a:extLst>
          </p:cNvPr>
          <p:cNvSpPr/>
          <p:nvPr userDrawn="1"/>
        </p:nvSpPr>
        <p:spPr>
          <a:xfrm>
            <a:off x="0" y="0"/>
            <a:ext cx="12192000" cy="1525587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85057D-7D91-5CA9-3779-AB9EF6DB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122077-28EB-569F-B755-F9281A92D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172148C0-5AAF-E5B9-EDF0-7212A4542B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3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C82FC-C3AB-6DED-3968-033CF0920F54}"/>
              </a:ext>
            </a:extLst>
          </p:cNvPr>
          <p:cNvSpPr/>
          <p:nvPr userDrawn="1"/>
        </p:nvSpPr>
        <p:spPr>
          <a:xfrm>
            <a:off x="507050" y="1520890"/>
            <a:ext cx="11177900" cy="49138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9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70" y="410369"/>
            <a:ext cx="10331329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199EA5-4AFC-E73F-C916-563533720423}"/>
              </a:ext>
            </a:extLst>
          </p:cNvPr>
          <p:cNvCxnSpPr>
            <a:cxnSpLocks/>
          </p:cNvCxnSpPr>
          <p:nvPr userDrawn="1"/>
        </p:nvCxnSpPr>
        <p:spPr>
          <a:xfrm>
            <a:off x="1022471" y="1438818"/>
            <a:ext cx="10264654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2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74" y="1325563"/>
            <a:ext cx="10515600" cy="4351338"/>
          </a:xfrm>
        </p:spPr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E0BC4-20DD-CBC7-50D8-9B7E71B4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E291691-C049-2BE4-8D65-A9DD93B239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44326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 with Under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81"/>
            <a:ext cx="10515600" cy="4351338"/>
          </a:xfrm>
        </p:spPr>
        <p:txBody>
          <a:bodyPr wrap="square">
            <a:noAutofit/>
          </a:bodyPr>
          <a:lstStyle>
            <a:lvl1pPr marL="457200" indent="-457200">
              <a:buFont typeface="Arial" panose="020B0604020202020204" pitchFamily="34" charset="0"/>
              <a:buChar char="•"/>
              <a:defRPr>
                <a:latin typeface="+mn-lt"/>
                <a:ea typeface="Verdana" panose="020B0604030504040204" pitchFamily="34" charset="0"/>
              </a:defRPr>
            </a:lvl1pPr>
            <a:lvl2pPr marL="10800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1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D8355-005D-CAD1-6BCF-3AE75663BAEA}"/>
              </a:ext>
            </a:extLst>
          </p:cNvPr>
          <p:cNvCxnSpPr>
            <a:cxnSpLocks/>
          </p:cNvCxnSpPr>
          <p:nvPr userDrawn="1"/>
        </p:nvCxnSpPr>
        <p:spPr>
          <a:xfrm>
            <a:off x="838200" y="921293"/>
            <a:ext cx="10448925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636C41C-BDAE-B4E0-36F8-3B24AE2B35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89BDB8-33BD-0145-112D-1DACEF90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84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8F2A-1AA9-B395-3904-5A8D00C91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D7C23-66A8-C87A-191B-F07831B51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FA940-10DC-A0F7-CAD1-53D2FD93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84D41-E182-90A0-BF48-EF87D3D7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2E4AA-6425-2C11-2C86-3599560C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061B571-A98B-A597-7767-6733F7CA42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ED818DC-C191-4493-F7E8-DD65E831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2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1896E-DA48-BF9D-082D-39EFFE77F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00C8D-E060-5204-CABA-5CDECE36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7742B-5B6A-E34D-FA80-72942C67E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44BEF-E7DE-D037-A11F-C0D4DC9BA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419F1-C8CF-7341-D461-F28EDF59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10A87-5C3A-F4E1-6FCF-0B3E418F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DFE08-F53F-B4AA-11BC-E23044E1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457B47D-1F9E-97EA-86E6-BB2EDE2FB9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16B781D-F3A8-D3EC-D0CE-464C818B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29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F630A-81CD-757C-7B71-2CEA061D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80B0-07E0-8616-AE50-4ECBBBE7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CA30C-9943-C83D-3CE7-4A5B65E1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35BA516-306A-5D46-BD29-076E1F7571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5D17640-6C9B-6507-1890-8D86E7C3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62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3BB09-FB83-D15E-D35D-556C9E6A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CE181-D4F8-1CCA-D36D-FFCEC591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587B-9217-4FF6-7B8A-CFA41A31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5B792-BDF1-01C1-2E6F-3D2305042BFA}"/>
              </a:ext>
            </a:extLst>
          </p:cNvPr>
          <p:cNvSpPr/>
          <p:nvPr userDrawn="1"/>
        </p:nvSpPr>
        <p:spPr>
          <a:xfrm>
            <a:off x="10024217" y="478564"/>
            <a:ext cx="1700613" cy="1016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122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27F1-8C47-8796-CBC5-9D25C5FB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4EB4-D21E-191B-E0E5-666E6852E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D3565-83E4-18FC-7F6E-8542E0C0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76378-B1E7-3691-F739-452F2B01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932F7-CFEA-5475-C431-C5CD87D8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5A5AE-1AE6-41C1-A575-7B85275E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973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9A0E-7C57-2F1F-E459-24F07D4D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B0252-FB12-C55C-5568-5A8BDCC8E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BC08D-25CB-D615-61DC-D6D88E06E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3BAE3-BD0E-38A0-81D4-90C8DEDF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52A5-BDFD-2DBB-7E51-106AF07B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A2AD-C2DA-503E-BA23-B8D80332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014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D7BD-DF4A-A5AF-2C43-DB8F7BE65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7F37A-F449-C14B-D993-07EBB527D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5B44-1E75-D95E-F605-AA38A0E8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8D2D-F8C8-6B47-553C-8F547DF7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6A9B-4940-1830-EFEF-638A996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9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54E81-1A80-DFC0-BBAE-6178D240B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614E7-838B-8A72-B3F4-B48B5F98C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1BD9-9EB4-7351-5E06-AEF2659D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AB14-28AF-8127-9E23-9ADEC149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43D19-D314-F424-F8AB-FE03EE32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3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3EBC8-5823-2D51-3ABB-D59AB722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2B444-6E99-5E12-D4B1-22F6496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FB30-D9D8-C01C-984F-DC5525E3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9655-3B28-4124-AF2A-5A105A250B9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2543-500B-DEB0-BF1D-6BDAA27A6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STRATHcube 2022-23 Initial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51E6-3236-F4FB-CBBE-6DA48A45B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60" r:id="rId3"/>
    <p:sldLayoutId id="2147483650" r:id="rId4"/>
    <p:sldLayoutId id="2147483661" r:id="rId5"/>
    <p:sldLayoutId id="2147483662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rgbClr val="153D8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2DC49-005E-B880-14A2-8668752D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846" y="-1"/>
            <a:ext cx="57060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996DCE-B324-A9C8-C39F-FE09651F7D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2" t="6123" r="3574" b="5986"/>
          <a:stretch/>
        </p:blipFill>
        <p:spPr>
          <a:xfrm>
            <a:off x="0" y="-1"/>
            <a:ext cx="12293600" cy="7009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BA431A-40BD-AE36-A99B-71A4F90B2017}"/>
              </a:ext>
            </a:extLst>
          </p:cNvPr>
          <p:cNvSpPr txBox="1"/>
          <p:nvPr/>
        </p:nvSpPr>
        <p:spPr>
          <a:xfrm>
            <a:off x="251502" y="4084329"/>
            <a:ext cx="717034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Avionics week 2</a:t>
            </a:r>
          </a:p>
          <a:p>
            <a:pPr algn="ctr"/>
            <a:endParaRPr lang="en-GB" sz="11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49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BDD80-559E-64A7-412F-1F844ED8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What’re we doing this year?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8DC6E-210D-C4F5-C557-0A5F1A3799D7}"/>
              </a:ext>
            </a:extLst>
          </p:cNvPr>
          <p:cNvSpPr txBox="1"/>
          <p:nvPr/>
        </p:nvSpPr>
        <p:spPr>
          <a:xfrm>
            <a:off x="838200" y="2075688"/>
            <a:ext cx="28986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Flight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GPS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Radio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3C804-DFF5-B527-5BDF-4DC3761BCB85}"/>
              </a:ext>
            </a:extLst>
          </p:cNvPr>
          <p:cNvSpPr txBox="1"/>
          <p:nvPr/>
        </p:nvSpPr>
        <p:spPr>
          <a:xfrm>
            <a:off x="7607808" y="2075688"/>
            <a:ext cx="3745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Flight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GPS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Radio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Telemetry/Data visualization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4BBC0-F76C-CB98-FB64-C02A3C498585}"/>
              </a:ext>
            </a:extLst>
          </p:cNvPr>
          <p:cNvSpPr txBox="1"/>
          <p:nvPr/>
        </p:nvSpPr>
        <p:spPr>
          <a:xfrm>
            <a:off x="3907536" y="4477512"/>
            <a:ext cx="30876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Loads of </a:t>
            </a:r>
            <a:r>
              <a:rPr lang="en-US" dirty="0" err="1"/>
              <a:t>maths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Flight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SRAD GPS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Telemetry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2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D582-369E-AA20-7894-EA985DD3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A62652-3663-D299-B971-4AE6D5EE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SRAD Flight Computer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6F926-2DFE-4135-E12B-A6C9FF845A37}"/>
              </a:ext>
            </a:extLst>
          </p:cNvPr>
          <p:cNvSpPr txBox="1"/>
          <p:nvPr/>
        </p:nvSpPr>
        <p:spPr>
          <a:xfrm>
            <a:off x="838200" y="2075688"/>
            <a:ext cx="63672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This’ll be to control parachute deployments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altitude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Figure out how the rocket is moving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sure we’re not doing any supersonic weirdness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parachutes when appropriate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56FE5-C0DB-EBCE-C48B-ADF01E73B7D4}"/>
              </a:ext>
            </a:extLst>
          </p:cNvPr>
          <p:cNvSpPr txBox="1"/>
          <p:nvPr/>
        </p:nvSpPr>
        <p:spPr>
          <a:xfrm>
            <a:off x="838200" y="4078224"/>
            <a:ext cx="597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software and hardware as well as test plans.</a:t>
            </a:r>
          </a:p>
          <a:p>
            <a:endParaRPr lang="en-US" dirty="0"/>
          </a:p>
          <a:p>
            <a:r>
              <a:rPr lang="en-US" dirty="0"/>
              <a:t>Prior to software there’s some </a:t>
            </a:r>
            <a:r>
              <a:rPr lang="en-US" dirty="0" err="1"/>
              <a:t>maths</a:t>
            </a:r>
            <a:r>
              <a:rPr lang="en-US" dirty="0"/>
              <a:t> that should be done to make sure the Kalman filter’s all good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3DBF6-111A-A394-8294-8FF950F27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72284" y="2646660"/>
            <a:ext cx="3668563" cy="236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7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ABB8-E39F-166D-2D4A-2E5AB133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DC3345-79E4-F785-1A58-93EBB2FC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SRAD Transmitter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0824F1-578D-4680-165F-71A870B5A945}"/>
              </a:ext>
            </a:extLst>
          </p:cNvPr>
          <p:cNvSpPr txBox="1"/>
          <p:nvPr/>
        </p:nvSpPr>
        <p:spPr>
          <a:xfrm>
            <a:off x="978408" y="1911096"/>
            <a:ext cx="4937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Mainly needs hardware done, software is more or less handled on other modules.</a:t>
            </a:r>
          </a:p>
          <a:p>
            <a:endParaRPr lang="en-US" dirty="0"/>
          </a:p>
          <a:p>
            <a:r>
              <a:rPr lang="en-US" dirty="0"/>
              <a:t>Figure out what frequency is best to use.</a:t>
            </a:r>
          </a:p>
          <a:p>
            <a:endParaRPr lang="en-US" dirty="0"/>
          </a:p>
          <a:p>
            <a:r>
              <a:rPr lang="en-US" dirty="0"/>
              <a:t>Get comfortable with RF design.</a:t>
            </a:r>
          </a:p>
          <a:p>
            <a:endParaRPr lang="en-US" dirty="0"/>
          </a:p>
          <a:p>
            <a:r>
              <a:rPr lang="en-US" dirty="0"/>
              <a:t>Not too bad of an intro to </a:t>
            </a:r>
            <a:r>
              <a:rPr lang="en-US" dirty="0" err="1"/>
              <a:t>pcb</a:t>
            </a:r>
            <a:r>
              <a:rPr lang="en-US" dirty="0"/>
              <a:t> design, but it will take a fair bit to make work well.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09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8A16-025D-8634-B0F8-3F6335EB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EEB911-48D3-AC2B-AE3B-D640BC06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SRAD GPS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B162A7-2D15-A22B-FFAD-A1DD1983D3B7}"/>
              </a:ext>
            </a:extLst>
          </p:cNvPr>
          <p:cNvSpPr txBox="1"/>
          <p:nvPr/>
        </p:nvSpPr>
        <p:spPr>
          <a:xfrm>
            <a:off x="838200" y="1828800"/>
            <a:ext cx="6605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early stages of this, the </a:t>
            </a:r>
            <a:r>
              <a:rPr lang="en-US" dirty="0" err="1"/>
              <a:t>maths</a:t>
            </a:r>
            <a:r>
              <a:rPr lang="en-US" dirty="0"/>
              <a:t> behind finding something from distances from some satellites </a:t>
            </a:r>
            <a:r>
              <a:rPr lang="en-US" dirty="0" err="1"/>
              <a:t>ain’t</a:t>
            </a:r>
            <a:r>
              <a:rPr lang="en-US" dirty="0"/>
              <a:t> too bad.</a:t>
            </a:r>
          </a:p>
          <a:p>
            <a:endParaRPr lang="en-US" dirty="0"/>
          </a:p>
          <a:p>
            <a:r>
              <a:rPr lang="en-US" dirty="0"/>
              <a:t>Some </a:t>
            </a:r>
            <a:r>
              <a:rPr lang="en-US" dirty="0" err="1"/>
              <a:t>maths</a:t>
            </a:r>
            <a:r>
              <a:rPr lang="en-US" dirty="0"/>
              <a:t> needs done for that, then software and hardware need made.</a:t>
            </a:r>
          </a:p>
          <a:p>
            <a:endParaRPr lang="en-US" dirty="0"/>
          </a:p>
          <a:p>
            <a:r>
              <a:rPr lang="en-US" dirty="0"/>
              <a:t>Not going to sugarcoat it, this one’ll be challenging.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01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AD18-16B3-8402-8F57-77D5FEA0F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CEFB4-C877-85B7-5111-3AF65C6B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Telemetry/Data Visualisation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32C26-9B24-226F-7DC8-50BC26690B4E}"/>
              </a:ext>
            </a:extLst>
          </p:cNvPr>
          <p:cNvSpPr txBox="1"/>
          <p:nvPr/>
        </p:nvSpPr>
        <p:spPr>
          <a:xfrm>
            <a:off x="996696" y="2084832"/>
            <a:ext cx="960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 project, take in data either recovered post flight or downlinked via a radio during flight and use it to plot the location, orientation and state of the rocket at any given time.</a:t>
            </a:r>
          </a:p>
          <a:p>
            <a:endParaRPr lang="en-US" dirty="0"/>
          </a:p>
          <a:p>
            <a:r>
              <a:rPr lang="en-US" dirty="0"/>
              <a:t>Mixture of just some </a:t>
            </a:r>
            <a:r>
              <a:rPr lang="en-US" dirty="0" err="1"/>
              <a:t>maths</a:t>
            </a:r>
            <a:r>
              <a:rPr lang="en-US" dirty="0"/>
              <a:t>, getting initial values for calibration and then GUI stuff.</a:t>
            </a:r>
          </a:p>
          <a:p>
            <a:endParaRPr lang="en-US" dirty="0"/>
          </a:p>
          <a:p>
            <a:r>
              <a:rPr lang="en-US" dirty="0"/>
              <a:t>Can even import terrain data if you’re feeling real jazzy.</a:t>
            </a:r>
          </a:p>
        </p:txBody>
      </p:sp>
    </p:spTree>
    <p:extLst>
      <p:ext uri="{BB962C8B-B14F-4D97-AF65-F5344CB8AC3E}">
        <p14:creationId xmlns:p14="http://schemas.microsoft.com/office/powerpoint/2010/main" val="244545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F1ADA-1D94-B97B-3ED4-469B1B02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89C1A6-B815-C778-CEC6-28F91EA2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more miscellaneous stuff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525419-AEDE-202A-A23D-311B74484484}"/>
              </a:ext>
            </a:extLst>
          </p:cNvPr>
          <p:cNvSpPr txBox="1"/>
          <p:nvPr/>
        </p:nvSpPr>
        <p:spPr>
          <a:xfrm>
            <a:off x="768096" y="1847088"/>
            <a:ext cx="9957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board for power/cable management and other utilities</a:t>
            </a:r>
          </a:p>
          <a:p>
            <a:endParaRPr lang="en-US" dirty="0"/>
          </a:p>
          <a:p>
            <a:r>
              <a:rPr lang="en-US" dirty="0"/>
              <a:t>This is one where </a:t>
            </a:r>
            <a:r>
              <a:rPr lang="en-US" dirty="0" err="1"/>
              <a:t>you’s</a:t>
            </a:r>
            <a:r>
              <a:rPr lang="en-US" dirty="0"/>
              <a:t> can 100% suggest stuff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C5F8A-7049-903D-7B3B-7E497E38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6" y="3429000"/>
            <a:ext cx="3611880" cy="195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20C5B-5CC8-156D-F639-7B802E45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61A190-AFA0-2B52-A250-14DE8A7B3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 talk at me 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27DF79-D13D-0435-9864-267C3F0798B7}"/>
              </a:ext>
            </a:extLst>
          </p:cNvPr>
          <p:cNvSpPr txBox="1"/>
          <p:nvPr/>
        </p:nvSpPr>
        <p:spPr>
          <a:xfrm>
            <a:off x="969264" y="1947672"/>
            <a:ext cx="95554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Questions?</a:t>
            </a:r>
          </a:p>
          <a:p>
            <a:r>
              <a:rPr lang="en-US" dirty="0"/>
              <a:t>Concerns?</a:t>
            </a:r>
          </a:p>
          <a:p>
            <a:r>
              <a:rPr lang="en-US" dirty="0"/>
              <a:t>Random statements?</a:t>
            </a:r>
          </a:p>
          <a:p>
            <a:r>
              <a:rPr lang="en-US" dirty="0"/>
              <a:t>Comments?</a:t>
            </a:r>
          </a:p>
          <a:p>
            <a:r>
              <a:rPr lang="en-US" dirty="0"/>
              <a:t>Inane rambling?</a:t>
            </a:r>
          </a:p>
          <a:p>
            <a:r>
              <a:rPr lang="en-US" dirty="0"/>
              <a:t>Autistic rambling?</a:t>
            </a:r>
          </a:p>
          <a:p>
            <a:r>
              <a:rPr lang="en-US" dirty="0"/>
              <a:t>Declaration you’re going to throw a potato at me?</a:t>
            </a:r>
          </a:p>
          <a:p>
            <a:r>
              <a:rPr lang="en-US" dirty="0"/>
              <a:t>Things you want to suggest we make?</a:t>
            </a:r>
          </a:p>
          <a:p>
            <a:r>
              <a:rPr lang="en-US" dirty="0"/>
              <a:t>Thing’s you want us to run sessions/tutorials on?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4655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EC14-E7E1-421B-13D2-40F8B165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FEE95D-1583-08E5-6907-6B6666C2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Have I forgotten anything?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DD438-4176-7955-34CB-7F733C835846}"/>
              </a:ext>
            </a:extLst>
          </p:cNvPr>
          <p:cNvSpPr txBox="1"/>
          <p:nvPr/>
        </p:nvSpPr>
        <p:spPr>
          <a:xfrm>
            <a:off x="969264" y="1947672"/>
            <a:ext cx="9555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don’t know.</a:t>
            </a:r>
          </a:p>
          <a:p>
            <a:r>
              <a:rPr lang="en-US" dirty="0"/>
              <a:t>Probably.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167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rathAIS Slides">
      <a:majorFont>
        <a:latin typeface="Century Gothic"/>
        <a:ea typeface=""/>
        <a:cs typeface=""/>
      </a:majorFont>
      <a:minorFont>
        <a:latin typeface="Verda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AD6D320A0CAC468C0AB48428598BE3" ma:contentTypeVersion="16" ma:contentTypeDescription="Create a new document." ma:contentTypeScope="" ma:versionID="0f3b9a7dd5239ca5dcd864cf0c6329e0">
  <xsd:schema xmlns:xsd="http://www.w3.org/2001/XMLSchema" xmlns:xs="http://www.w3.org/2001/XMLSchema" xmlns:p="http://schemas.microsoft.com/office/2006/metadata/properties" xmlns:ns2="daa36a2a-cda8-4bb0-a49b-29cd52fc24b0" xmlns:ns3="c9cc8097-0b07-458b-8aa9-7a333de77f69" targetNamespace="http://schemas.microsoft.com/office/2006/metadata/properties" ma:root="true" ma:fieldsID="93eb8e13c75ee55017601d00350dfbf3" ns2:_="" ns3:_="">
    <xsd:import namespace="daa36a2a-cda8-4bb0-a49b-29cd52fc24b0"/>
    <xsd:import namespace="c9cc8097-0b07-458b-8aa9-7a333de77f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36a2a-cda8-4bb0-a49b-29cd52fc24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7865813-b24e-4515-aac3-72cd3b0aa1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8097-0b07-458b-8aa9-7a333de77f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468e3a4-3a1c-420e-85b5-2470ad3f2eaa}" ma:internalName="TaxCatchAll" ma:showField="CatchAllData" ma:web="c9cc8097-0b07-458b-8aa9-7a333de77f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a36a2a-cda8-4bb0-a49b-29cd52fc24b0">
      <Terms xmlns="http://schemas.microsoft.com/office/infopath/2007/PartnerControls"/>
    </lcf76f155ced4ddcb4097134ff3c332f>
    <TaxCatchAll xmlns="c9cc8097-0b07-458b-8aa9-7a333de77f69" xsi:nil="true"/>
  </documentManagement>
</p:properties>
</file>

<file path=customXml/itemProps1.xml><?xml version="1.0" encoding="utf-8"?>
<ds:datastoreItem xmlns:ds="http://schemas.openxmlformats.org/officeDocument/2006/customXml" ds:itemID="{56521122-A6B2-4B0F-B385-38A70D1DE5B4}">
  <ds:schemaRefs>
    <ds:schemaRef ds:uri="c9cc8097-0b07-458b-8aa9-7a333de77f69"/>
    <ds:schemaRef ds:uri="daa36a2a-cda8-4bb0-a49b-29cd52fc24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76094AC-EE2F-4F3A-A56A-8DFD22001B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2396E9-0CB0-464E-A020-27AD8982BFC5}">
  <ds:schemaRefs>
    <ds:schemaRef ds:uri="c9cc8097-0b07-458b-8aa9-7a333de77f69"/>
    <ds:schemaRef ds:uri="daa36a2a-cda8-4bb0-a49b-29cd52fc24b0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351</Words>
  <Application>Microsoft Office PowerPoint</Application>
  <PresentationFormat>Widescreen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Akzidenz-Grotesk BQ</vt:lpstr>
      <vt:lpstr>Arial</vt:lpstr>
      <vt:lpstr>Calibri</vt:lpstr>
      <vt:lpstr>Century Gothic</vt:lpstr>
      <vt:lpstr>Verdana Pro Light</vt:lpstr>
      <vt:lpstr>Office Theme</vt:lpstr>
      <vt:lpstr>PowerPoint Presentation</vt:lpstr>
      <vt:lpstr>What’re we doing this year?</vt:lpstr>
      <vt:lpstr>SRAD Flight Computer</vt:lpstr>
      <vt:lpstr>SRAD Transmitter</vt:lpstr>
      <vt:lpstr>SRAD GPS</vt:lpstr>
      <vt:lpstr>Telemetry/Data Visualisation</vt:lpstr>
      <vt:lpstr>Some more miscellaneous stuff</vt:lpstr>
      <vt:lpstr>You talk at me now</vt:lpstr>
      <vt:lpstr>Have I forgotten anything?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Kirstyn Calder (Student)</dc:creator>
  <cp:lastModifiedBy>Jack McCrae (Student)</cp:lastModifiedBy>
  <cp:revision>6</cp:revision>
  <dcterms:created xsi:type="dcterms:W3CDTF">2022-09-02T21:12:40Z</dcterms:created>
  <dcterms:modified xsi:type="dcterms:W3CDTF">2026-09-30T11:45:30Z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0x01010095AD6D320A0CAC468C0AB48428598BE3</vt:lpwstr>
  </property>
  <property fmtid="{D5CDD505-2E9C-101B-9397-08002B2CF9AE}" pid="3" name="Order">
    <vt:r8>22781300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