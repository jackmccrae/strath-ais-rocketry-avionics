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327" r:id="rId5"/>
    <p:sldId id="324" r:id="rId6"/>
    <p:sldId id="329" r:id="rId7"/>
    <p:sldId id="328" r:id="rId8"/>
    <p:sldId id="325" r:id="rId9"/>
    <p:sldId id="33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C5212-AE18-DE63-D537-045BDA91BE26}" name="Leon Yip (Student)" initials="LY(" userId="S::leon.yip.2018@uni.strath.ac.uk::687224c9-5233-4046-8704-76f1e74ea898" providerId="AD"/>
  <p188:author id="{06CEF77C-4A10-2236-64BF-1F0130E63919}" name="Sean McLarty (Student)" initials="S(" userId="S::sean.mclarty.2018@uni.strath.ac.uk::de29d6ec-a996-49bd-a53b-446accb66c8c" providerId="AD"/>
  <p188:author id="{08E7F67F-AA12-90FA-C920-E790AC9663B4}" name="Robert Jenkins" initials="RJ" userId="S::robert.jenkins.2018@uni.strath.ac.uk::5395da0d-3378-4661-b85a-83f602d32f72" providerId="AD"/>
  <p188:author id="{3D10EB98-A3AE-C38B-E245-236349CC186C}" name="Leon Yip (Student)" initials="LY(" userId="Leon Yip (Student)" providerId="None"/>
  <p188:author id="{47F42FB6-323E-8C1A-B963-534D71079CC8}" name="Julie Graham" initials="JG" userId="S::julie.graham.2016@uni.strath.ac.uk::cf095acd-5f6c-452f-8ad1-2bf5b3f860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5D"/>
    <a:srgbClr val="153D85"/>
    <a:srgbClr val="E1EBED"/>
    <a:srgbClr val="FF7C80"/>
    <a:srgbClr val="000000"/>
    <a:srgbClr val="FF6600"/>
    <a:srgbClr val="2E6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42F58939-203A-4A11-A23D-AAD129C7AC35}" type="datetimeFigureOut"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590A4EF5-3379-4A81-865E-1130FB5A71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F85F8-8384-C3A0-8E4B-2F9CA48C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3B15D-A412-2DC0-0AED-8556A622A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5250B-5049-6A39-0630-963CCB2EE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45479-D68B-35B1-D2CC-AFF3A6C19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4EF5-3379-4A81-865E-1130FB5A715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84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B5ACC17-4D0F-5A75-45CB-4A47FEF9E8C4}"/>
              </a:ext>
            </a:extLst>
          </p:cNvPr>
          <p:cNvSpPr/>
          <p:nvPr userDrawn="1"/>
        </p:nvSpPr>
        <p:spPr>
          <a:xfrm>
            <a:off x="0" y="154062"/>
            <a:ext cx="12192000" cy="1689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76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D6ED9-FD01-812F-E42E-EC365238BF32}"/>
              </a:ext>
            </a:extLst>
          </p:cNvPr>
          <p:cNvSpPr/>
          <p:nvPr userDrawn="1"/>
        </p:nvSpPr>
        <p:spPr>
          <a:xfrm>
            <a:off x="0" y="0"/>
            <a:ext cx="12192000" cy="1525587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85057D-7D91-5CA9-3779-AB9EF6DB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122077-28EB-569F-B755-F9281A92D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172148C0-5AAF-E5B9-EDF0-7212A4542B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3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C82FC-C3AB-6DED-3968-033CF0920F54}"/>
              </a:ext>
            </a:extLst>
          </p:cNvPr>
          <p:cNvSpPr/>
          <p:nvPr userDrawn="1"/>
        </p:nvSpPr>
        <p:spPr>
          <a:xfrm>
            <a:off x="507050" y="1520890"/>
            <a:ext cx="11177900" cy="49138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9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70" y="410369"/>
            <a:ext cx="10331329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199EA5-4AFC-E73F-C916-563533720423}"/>
              </a:ext>
            </a:extLst>
          </p:cNvPr>
          <p:cNvCxnSpPr>
            <a:cxnSpLocks/>
          </p:cNvCxnSpPr>
          <p:nvPr userDrawn="1"/>
        </p:nvCxnSpPr>
        <p:spPr>
          <a:xfrm>
            <a:off x="1022471" y="1438818"/>
            <a:ext cx="10264654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2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74" y="1325563"/>
            <a:ext cx="10515600" cy="4351338"/>
          </a:xfrm>
        </p:spPr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E0BC4-20DD-CBC7-50D8-9B7E71B4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E291691-C049-2BE4-8D65-A9DD93B239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44326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 with Under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81"/>
            <a:ext cx="10515600" cy="4351338"/>
          </a:xfrm>
        </p:spPr>
        <p:txBody>
          <a:bodyPr wrap="square">
            <a:noAutofit/>
          </a:bodyPr>
          <a:lstStyle>
            <a:lvl1pPr marL="457200" indent="-457200">
              <a:buFont typeface="Arial" panose="020B0604020202020204" pitchFamily="34" charset="0"/>
              <a:buChar char="•"/>
              <a:defRPr>
                <a:latin typeface="+mn-lt"/>
                <a:ea typeface="Verdana" panose="020B0604030504040204" pitchFamily="34" charset="0"/>
              </a:defRPr>
            </a:lvl1pPr>
            <a:lvl2pPr marL="10800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1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D8355-005D-CAD1-6BCF-3AE75663BAEA}"/>
              </a:ext>
            </a:extLst>
          </p:cNvPr>
          <p:cNvCxnSpPr>
            <a:cxnSpLocks/>
          </p:cNvCxnSpPr>
          <p:nvPr userDrawn="1"/>
        </p:nvCxnSpPr>
        <p:spPr>
          <a:xfrm>
            <a:off x="838200" y="921293"/>
            <a:ext cx="10448925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636C41C-BDAE-B4E0-36F8-3B24AE2B35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89BDB8-33BD-0145-112D-1DACEF90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84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8F2A-1AA9-B395-3904-5A8D00C91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D7C23-66A8-C87A-191B-F07831B51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FA940-10DC-A0F7-CAD1-53D2FD93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84D41-E182-90A0-BF48-EF87D3D7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2E4AA-6425-2C11-2C86-3599560C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061B571-A98B-A597-7767-6733F7CA42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ED818DC-C191-4493-F7E8-DD65E831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2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1896E-DA48-BF9D-082D-39EFFE77F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00C8D-E060-5204-CABA-5CDECE36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7742B-5B6A-E34D-FA80-72942C67E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44BEF-E7DE-D037-A11F-C0D4DC9BA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419F1-C8CF-7341-D461-F28EDF59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10A87-5C3A-F4E1-6FCF-0B3E418F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DFE08-F53F-B4AA-11BC-E23044E1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457B47D-1F9E-97EA-86E6-BB2EDE2FB9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16B781D-F3A8-D3EC-D0CE-464C818B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29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F630A-81CD-757C-7B71-2CEA061D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80B0-07E0-8616-AE50-4ECBBBE7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CA30C-9943-C83D-3CE7-4A5B65E1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35BA516-306A-5D46-BD29-076E1F7571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5D17640-6C9B-6507-1890-8D86E7C3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62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3BB09-FB83-D15E-D35D-556C9E6A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CE181-D4F8-1CCA-D36D-FFCEC591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587B-9217-4FF6-7B8A-CFA41A31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5B792-BDF1-01C1-2E6F-3D2305042BFA}"/>
              </a:ext>
            </a:extLst>
          </p:cNvPr>
          <p:cNvSpPr/>
          <p:nvPr userDrawn="1"/>
        </p:nvSpPr>
        <p:spPr>
          <a:xfrm>
            <a:off x="10024217" y="478564"/>
            <a:ext cx="1700613" cy="1016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122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27F1-8C47-8796-CBC5-9D25C5FB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4EB4-D21E-191B-E0E5-666E6852E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D3565-83E4-18FC-7F6E-8542E0C0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76378-B1E7-3691-F739-452F2B01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932F7-CFEA-5475-C431-C5CD87D8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5A5AE-1AE6-41C1-A575-7B85275E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973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9A0E-7C57-2F1F-E459-24F07D4D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B0252-FB12-C55C-5568-5A8BDCC8E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BC08D-25CB-D615-61DC-D6D88E06E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3BAE3-BD0E-38A0-81D4-90C8DEDF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52A5-BDFD-2DBB-7E51-106AF07B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A2AD-C2DA-503E-BA23-B8D80332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014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D7BD-DF4A-A5AF-2C43-DB8F7BE65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7F37A-F449-C14B-D993-07EBB527D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5B44-1E75-D95E-F605-AA38A0E8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8D2D-F8C8-6B47-553C-8F547DF7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6A9B-4940-1830-EFEF-638A996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9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54E81-1A80-DFC0-BBAE-6178D240B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614E7-838B-8A72-B3F4-B48B5F98C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1BD9-9EB4-7351-5E06-AEF2659D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AB14-28AF-8127-9E23-9ADEC149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43D19-D314-F424-F8AB-FE03EE32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3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3EBC8-5823-2D51-3ABB-D59AB722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2B444-6E99-5E12-D4B1-22F6496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FB30-D9D8-C01C-984F-DC5525E3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9655-3B28-4124-AF2A-5A105A250B9F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2543-500B-DEB0-BF1D-6BDAA27A6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STRATHcube 2022-23 Initial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51E6-3236-F4FB-CBBE-6DA48A45B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60" r:id="rId3"/>
    <p:sldLayoutId id="2147483650" r:id="rId4"/>
    <p:sldLayoutId id="2147483661" r:id="rId5"/>
    <p:sldLayoutId id="2147483662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rgbClr val="153D8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343A-1C04-241D-68CF-9B18ED0B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C5E19-430C-597A-AFA7-687C12AE2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987" y="0"/>
            <a:ext cx="57060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9B3A0-06F2-14D8-6D72-B3C4BD0994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2" t="6123" r="3574" b="5986"/>
          <a:stretch/>
        </p:blipFill>
        <p:spPr>
          <a:xfrm>
            <a:off x="0" y="-1"/>
            <a:ext cx="12293600" cy="7009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B83EBC-4E6A-681C-572B-68B8BE851F5F}"/>
              </a:ext>
            </a:extLst>
          </p:cNvPr>
          <p:cNvSpPr txBox="1"/>
          <p:nvPr/>
        </p:nvSpPr>
        <p:spPr>
          <a:xfrm>
            <a:off x="251502" y="4084329"/>
            <a:ext cx="717034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Avionics</a:t>
            </a:r>
          </a:p>
          <a:p>
            <a:pPr algn="ctr"/>
            <a:endParaRPr lang="en-GB" sz="11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8DB329-F7CF-028D-C597-0CF93156DEC2}"/>
              </a:ext>
            </a:extLst>
          </p:cNvPr>
          <p:cNvSpPr/>
          <p:nvPr/>
        </p:nvSpPr>
        <p:spPr>
          <a:xfrm>
            <a:off x="502920" y="512064"/>
            <a:ext cx="1975104" cy="1524345"/>
          </a:xfrm>
          <a:prstGeom prst="rect">
            <a:avLst/>
          </a:prstGeom>
          <a:solidFill>
            <a:srgbClr val="173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562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1A04-C1B1-87D6-87A6-493F6B1F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923BA-C575-9DA5-5937-B9B8FDBD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PDR Reminder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4B52AB-BAA1-5656-195F-A7C398501086}"/>
              </a:ext>
            </a:extLst>
          </p:cNvPr>
          <p:cNvSpPr txBox="1"/>
          <p:nvPr/>
        </p:nvSpPr>
        <p:spPr>
          <a:xfrm>
            <a:off x="932688" y="1947672"/>
            <a:ext cx="73700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Wednesday 11</a:t>
            </a:r>
            <a:r>
              <a:rPr lang="en-US" baseline="30000" dirty="0"/>
              <a:t>th</a:t>
            </a:r>
            <a:r>
              <a:rPr lang="en-US" dirty="0"/>
              <a:t> November</a:t>
            </a:r>
          </a:p>
          <a:p>
            <a:r>
              <a:rPr lang="en-US" dirty="0"/>
              <a:t>After classes</a:t>
            </a:r>
          </a:p>
          <a:p>
            <a:endParaRPr lang="en-US" dirty="0"/>
          </a:p>
          <a:p>
            <a:r>
              <a:rPr lang="en-US" dirty="0"/>
              <a:t>It’s one of the structures lead’s birthdays so we will be singing</a:t>
            </a:r>
          </a:p>
          <a:p>
            <a:r>
              <a:rPr lang="en-US" dirty="0"/>
              <a:t>Maybe cake</a:t>
            </a:r>
          </a:p>
          <a:p>
            <a:endParaRPr lang="en-US" dirty="0"/>
          </a:p>
          <a:p>
            <a:r>
              <a:rPr lang="en-US" dirty="0"/>
              <a:t>I recommend going</a:t>
            </a:r>
          </a:p>
          <a:p>
            <a:endParaRPr lang="en-US" dirty="0"/>
          </a:p>
          <a:p>
            <a:r>
              <a:rPr lang="en-US" dirty="0"/>
              <a:t>Start thinking about your slides</a:t>
            </a:r>
          </a:p>
          <a:p>
            <a:r>
              <a:rPr lang="en-US" dirty="0"/>
              <a:t>Those who are ready should start making them</a:t>
            </a:r>
          </a:p>
          <a:p>
            <a:endParaRPr lang="en-US" dirty="0"/>
          </a:p>
          <a:p>
            <a:r>
              <a:rPr lang="en-US" dirty="0"/>
              <a:t>Want a template?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8DB2F-0903-A1E1-25C5-411EBDCF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328" y="2068404"/>
            <a:ext cx="3898152" cy="382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9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C5F2B-A4A0-5A42-BF97-A74A4D8C9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87D193-EA46-1FBF-0B3B-B79F9022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B0183-9004-F107-A5BB-B6C29D774CA2}"/>
              </a:ext>
            </a:extLst>
          </p:cNvPr>
          <p:cNvSpPr txBox="1"/>
          <p:nvPr/>
        </p:nvSpPr>
        <p:spPr>
          <a:xfrm>
            <a:off x="2497836" y="2413337"/>
            <a:ext cx="719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Aurelija, Nicholas and Zach are good</a:t>
            </a:r>
          </a:p>
          <a:p>
            <a:endParaRPr lang="en-US" dirty="0"/>
          </a:p>
          <a:p>
            <a:r>
              <a:rPr lang="en-US" dirty="0"/>
              <a:t>I still need to add everyone else</a:t>
            </a:r>
          </a:p>
        </p:txBody>
      </p:sp>
    </p:spTree>
    <p:extLst>
      <p:ext uri="{BB962C8B-B14F-4D97-AF65-F5344CB8AC3E}">
        <p14:creationId xmlns:p14="http://schemas.microsoft.com/office/powerpoint/2010/main" val="274779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5DC7-79A4-A428-C7EA-A0518AAF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791810-92DE-BC46-1075-7335CF87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On to what all of you have done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C9260-1418-D732-CE4F-4010F7C26636}"/>
              </a:ext>
            </a:extLst>
          </p:cNvPr>
          <p:cNvSpPr txBox="1"/>
          <p:nvPr/>
        </p:nvSpPr>
        <p:spPr>
          <a:xfrm>
            <a:off x="1085850" y="2267033"/>
            <a:ext cx="38206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Power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Telemetry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flight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radio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GPS</a:t>
            </a:r>
          </a:p>
        </p:txBody>
      </p:sp>
    </p:spTree>
    <p:extLst>
      <p:ext uri="{BB962C8B-B14F-4D97-AF65-F5344CB8AC3E}">
        <p14:creationId xmlns:p14="http://schemas.microsoft.com/office/powerpoint/2010/main" val="416452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06FE-CDFB-75BC-962A-0D9C0B61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121DE2-A4ED-060D-E14D-E5557AF5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Right, you’re all bored as hell 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2BDE4-6F1A-856C-8197-B39BC735F383}"/>
              </a:ext>
            </a:extLst>
          </p:cNvPr>
          <p:cNvSpPr txBox="1"/>
          <p:nvPr/>
        </p:nvSpPr>
        <p:spPr>
          <a:xfrm>
            <a:off x="2497836" y="2413337"/>
            <a:ext cx="719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What’ve you lot got to say to me?</a:t>
            </a:r>
          </a:p>
          <a:p>
            <a:endParaRPr lang="en-US" dirty="0"/>
          </a:p>
          <a:p>
            <a:r>
              <a:rPr lang="en-US" dirty="0"/>
              <a:t>I’m sure you have notes</a:t>
            </a:r>
          </a:p>
        </p:txBody>
      </p:sp>
    </p:spTree>
    <p:extLst>
      <p:ext uri="{BB962C8B-B14F-4D97-AF65-F5344CB8AC3E}">
        <p14:creationId xmlns:p14="http://schemas.microsoft.com/office/powerpoint/2010/main" val="124563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58D6-3C6A-EFB8-4BF4-3B907E0C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D7C573-D85D-9805-8476-00F84EF1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Subcrawl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34ACD-1CEA-7CBB-5719-F95D94FDCB18}"/>
              </a:ext>
            </a:extLst>
          </p:cNvPr>
          <p:cNvSpPr txBox="1"/>
          <p:nvPr/>
        </p:nvSpPr>
        <p:spPr>
          <a:xfrm>
            <a:off x="2497836" y="2413337"/>
            <a:ext cx="7196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Friday</a:t>
            </a:r>
          </a:p>
          <a:p>
            <a:endParaRPr lang="en-US" dirty="0"/>
          </a:p>
          <a:p>
            <a:r>
              <a:rPr lang="en-US" dirty="0"/>
              <a:t>Would recommend</a:t>
            </a:r>
          </a:p>
          <a:p>
            <a:endParaRPr lang="en-US" dirty="0"/>
          </a:p>
          <a:p>
            <a:r>
              <a:rPr lang="en-US" dirty="0"/>
              <a:t>Make friends so you can get them to make things for you</a:t>
            </a:r>
          </a:p>
        </p:txBody>
      </p:sp>
    </p:spTree>
    <p:extLst>
      <p:ext uri="{BB962C8B-B14F-4D97-AF65-F5344CB8AC3E}">
        <p14:creationId xmlns:p14="http://schemas.microsoft.com/office/powerpoint/2010/main" val="345209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rathAIS Slides">
      <a:majorFont>
        <a:latin typeface="Century Gothic"/>
        <a:ea typeface=""/>
        <a:cs typeface=""/>
      </a:majorFont>
      <a:minorFont>
        <a:latin typeface="Verda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a36a2a-cda8-4bb0-a49b-29cd52fc24b0">
      <Terms xmlns="http://schemas.microsoft.com/office/infopath/2007/PartnerControls"/>
    </lcf76f155ced4ddcb4097134ff3c332f>
    <TaxCatchAll xmlns="c9cc8097-0b07-458b-8aa9-7a333de77f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AD6D320A0CAC468C0AB48428598BE3" ma:contentTypeVersion="16" ma:contentTypeDescription="Create a new document." ma:contentTypeScope="" ma:versionID="0f3b9a7dd5239ca5dcd864cf0c6329e0">
  <xsd:schema xmlns:xsd="http://www.w3.org/2001/XMLSchema" xmlns:xs="http://www.w3.org/2001/XMLSchema" xmlns:p="http://schemas.microsoft.com/office/2006/metadata/properties" xmlns:ns2="daa36a2a-cda8-4bb0-a49b-29cd52fc24b0" xmlns:ns3="c9cc8097-0b07-458b-8aa9-7a333de77f69" targetNamespace="http://schemas.microsoft.com/office/2006/metadata/properties" ma:root="true" ma:fieldsID="93eb8e13c75ee55017601d00350dfbf3" ns2:_="" ns3:_="">
    <xsd:import namespace="daa36a2a-cda8-4bb0-a49b-29cd52fc24b0"/>
    <xsd:import namespace="c9cc8097-0b07-458b-8aa9-7a333de77f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36a2a-cda8-4bb0-a49b-29cd52fc24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7865813-b24e-4515-aac3-72cd3b0aa1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8097-0b07-458b-8aa9-7a333de77f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468e3a4-3a1c-420e-85b5-2470ad3f2eaa}" ma:internalName="TaxCatchAll" ma:showField="CatchAllData" ma:web="c9cc8097-0b07-458b-8aa9-7a333de77f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2396E9-0CB0-464E-A020-27AD8982BFC5}">
  <ds:schemaRefs>
    <ds:schemaRef ds:uri="c9cc8097-0b07-458b-8aa9-7a333de77f69"/>
    <ds:schemaRef ds:uri="daa36a2a-cda8-4bb0-a49b-29cd52fc24b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6521122-A6B2-4B0F-B385-38A70D1DE5B4}">
  <ds:schemaRefs>
    <ds:schemaRef ds:uri="c9cc8097-0b07-458b-8aa9-7a333de77f69"/>
    <ds:schemaRef ds:uri="daa36a2a-cda8-4bb0-a49b-29cd52fc24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76094AC-EE2F-4F3A-A56A-8DFD22001B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116</Words>
  <Application>Microsoft Office PowerPoint</Application>
  <PresentationFormat>Widescreen</PresentationFormat>
  <Paragraphs>35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Akzidenz-Grotesk BQ</vt:lpstr>
      <vt:lpstr>Arial</vt:lpstr>
      <vt:lpstr>Calibri</vt:lpstr>
      <vt:lpstr>Century Gothic</vt:lpstr>
      <vt:lpstr>Verdana Pro Light</vt:lpstr>
      <vt:lpstr>Office Theme</vt:lpstr>
      <vt:lpstr>PowerPoint Presentation</vt:lpstr>
      <vt:lpstr>PDR Reminder</vt:lpstr>
      <vt:lpstr>GitHub</vt:lpstr>
      <vt:lpstr>On to what all of you have done</vt:lpstr>
      <vt:lpstr>Right, you’re all bored as hell now</vt:lpstr>
      <vt:lpstr>Subcrawl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Kirstyn Calder (Student)</dc:creator>
  <cp:lastModifiedBy>Jack McCrae (Student)</cp:lastModifiedBy>
  <cp:revision>11</cp:revision>
  <dcterms:created xsi:type="dcterms:W3CDTF">2022-09-02T21:12:40Z</dcterms:created>
  <dcterms:modified xsi:type="dcterms:W3CDTF">2026-10-28T13:18:07Z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0x01010095AD6D320A0CAC468C0AB48428598BE3</vt:lpwstr>
  </property>
  <property fmtid="{D5CDD505-2E9C-101B-9397-08002B2CF9AE}" pid="3" name="Order">
    <vt:r8>22781300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